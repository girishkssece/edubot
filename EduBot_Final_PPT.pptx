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AI-POWERED STUDY 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EduBot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Notes &amp; Documents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 •  LangChain  •  FAISS  •  Groq LLM  •  Streamlit  •  OCR  •  20+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</a:rPr>
              <a:t>20+ Features  •  Education Chatbot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 of notes and textbooks make it hard to find specific answers quickly.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9651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012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PDFs wastes valuable study time, especially before exams.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4476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Help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assistant available to answer doubts from study materials during self-study.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</a:rPr>
              <a:t>COMPLETE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Powerful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298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128016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298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28016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298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28016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298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94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Q&amp;A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58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57400" y="224028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258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5740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Sessions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224028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258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9476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Continue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224028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258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3212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69480" y="224028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258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6948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Difficulty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20040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2004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57400" y="320040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05740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320040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9476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 Charts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320040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53212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Chats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69480" y="320040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6948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16052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178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2004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57400" y="416052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57400" y="4178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205740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94760" y="416052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94760" y="4178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379476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416052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4178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53212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Selector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69480" y="4160520"/>
            <a:ext cx="16002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480" y="4178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26948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+ OCR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52728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Scanned PDF via Streamlit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1801368"/>
            <a:ext cx="0" cy="50292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51460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Extract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or PyMuPDF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3063240"/>
            <a:ext cx="0" cy="50292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776472"/>
            <a:ext cx="530352" cy="5303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666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0142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splits into 500-token chunks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25272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58968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58968" y="1490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 vector embeddings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47488" y="1801368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800600" y="251460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5896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58968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relevant chunks retrieved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47488" y="3063240"/>
            <a:ext cx="0" cy="502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00600" y="3776472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58968" y="3666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58968" y="40142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generates answer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70832" y="2194560"/>
            <a:ext cx="43891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1945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0515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with dark/light theme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Tesseract OCR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+ scanned PDF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RAG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43000"/>
            <a:ext cx="73152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5192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5192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embeddings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7744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519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6519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similarity search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1188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6519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 answer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</a:rPr>
              <a:t>LATEST UPGRADES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EduBot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answers, get instant feedback with green/red highlights and explanations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Difficulty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Medium, Hard and Mixed difficulty levels for personalized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858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dark navy and clean light theme with one click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37160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716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0644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 and summaries in Tamil, Hindi, Telugu, Malayalam and more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603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Charts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and bar charts to visualize study progress beautifully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749040"/>
            <a:ext cx="41148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490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806440" y="3858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0644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with emoji feedback and Try Again option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 to EduBot with your 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2359152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359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— normal, scanned, or multiple files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21024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2102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621024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any language — get instant answers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1097280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interactive quiz with difficulty selection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359152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359152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359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summary, flashcards and track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21024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2102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3621024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chats, bookmark answers and download history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using voice for hands-free experience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 for studying on the 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192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Cloud for public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Moodle, Canvas or Google Classroom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History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chat history directly to student email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7220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8192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students share and query same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EduBot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Study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20+ Features including Interactive Quiz, OCR, Multilingual &amp; Progress Charts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Architecture with LangChain + FAISS + Groq LLM (Llama 3.3 70B)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Login, Dark/Light Mode, Bookmarks &amp; Chat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with Normal &amp; Scanned PDFs in Multiple Languages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🎓  EduBot — Questions Welcome!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560320"/>
            <a:ext cx="4114800" cy="4114800"/>
          </a:xfrm>
          <a:prstGeom prst="ellipse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502920"/>
            <a:ext cx="1463040" cy="14630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731520"/>
            <a:ext cx="1005840" cy="100584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2926080" y="3127248"/>
            <a:ext cx="32918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46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382219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8221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EduBot — AI Study 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4572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4873752"/>
            <a:ext cx="4572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Features  •  RAG Architecture  •  Interactive Quiz  •  OCR  •  Multilingual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EduBot - AI Study Platform</dc:title>
  <dc:subject>PptxGenJS Presentation</dc:subject>
  <dc:creator>PptxGenJS</dc:creator>
  <cp:lastModifiedBy>PptxGenJS</cp:lastModifiedBy>
  <cp:revision>1</cp:revision>
  <dcterms:created xsi:type="dcterms:W3CDTF">2026-04-04T05:19:04Z</dcterms:created>
  <dcterms:modified xsi:type="dcterms:W3CDTF">2026-04-04T05:19:04Z</dcterms:modified>
</cp:coreProperties>
</file>