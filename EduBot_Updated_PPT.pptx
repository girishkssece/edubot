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B4F8A">
              <a:alpha val="30000"/>
            </a:srgbClr>
          </a:solidFill>
          <a:ln w="12700">
            <a:solidFill>
              <a:srgbClr val="1B4F8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25603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AI-POWERED STUDY PLATFORM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EduBot</a:t>
            </a:r>
            <a:endParaRPr lang="en-US" sz="6800" dirty="0"/>
          </a:p>
        </p:txBody>
      </p:sp>
      <p:sp>
        <p:nvSpPr>
          <p:cNvPr id="8" name="Text 6"/>
          <p:cNvSpPr/>
          <p:nvPr/>
        </p:nvSpPr>
        <p:spPr>
          <a:xfrm>
            <a:off x="457200" y="254203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Your Notes &amp; Documents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Architecture  •  LangChain  •  FAISS  •  Groq LLM  •  Streamlit  •  OCR Support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CDF4"/>
                </a:solidFill>
              </a:rPr>
              <a:t>15+ Features  •  Education Chatbot  •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974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269748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61872" y="1463040"/>
            <a:ext cx="914400" cy="9144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1872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75488" y="2487168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Overload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3035808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pages of notes and textbooks make it hard to find specific answers quickly.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234440"/>
            <a:ext cx="26974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234440"/>
            <a:ext cx="269748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96512" y="1463040"/>
            <a:ext cx="914400" cy="9144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96512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⏰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310128" y="2487168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Wastage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37560" y="3035808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searching PDFs wastes valuable study time, especially before exams.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1234440"/>
            <a:ext cx="26974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234440"/>
            <a:ext cx="269748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31152" y="1463040"/>
            <a:ext cx="914400" cy="9144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31152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❓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144768" y="2487168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Instant Help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72200" y="3035808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24/7 assistant available to answer doubts from study materials during self-study.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8BDF8"/>
                </a:solidFill>
              </a:rPr>
              <a:t>COMPLETE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Powerful Features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572768" cy="1005840"/>
          </a:xfrm>
          <a:prstGeom prst="rect">
            <a:avLst/>
          </a:prstGeom>
          <a:solidFill>
            <a:srgbClr val="0D1F3C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630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98424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84832" y="1417320"/>
            <a:ext cx="1572768" cy="1005840"/>
          </a:xfrm>
          <a:prstGeom prst="rect">
            <a:avLst/>
          </a:prstGeom>
          <a:solidFill>
            <a:srgbClr val="0D1F3C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84832" y="14630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084832" y="198424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UI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03904" y="1417320"/>
            <a:ext cx="1572768" cy="1005840"/>
          </a:xfrm>
          <a:prstGeom prst="rect">
            <a:avLst/>
          </a:prstGeom>
          <a:solidFill>
            <a:srgbClr val="0D1F3C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03904" y="14630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803904" y="198424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Multi-PDF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22976" y="1417320"/>
            <a:ext cx="1572768" cy="1005840"/>
          </a:xfrm>
          <a:prstGeom prst="rect">
            <a:avLst/>
          </a:prstGeom>
          <a:solidFill>
            <a:srgbClr val="0D1F3C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22976" y="14630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522976" y="198424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Support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42048" y="1417320"/>
            <a:ext cx="1572768" cy="1005840"/>
          </a:xfrm>
          <a:prstGeom prst="rect">
            <a:avLst/>
          </a:prstGeom>
          <a:solidFill>
            <a:srgbClr val="0D1F3C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42048" y="14630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242048" y="198424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Q&amp;A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587752"/>
            <a:ext cx="1572768" cy="1005840"/>
          </a:xfrm>
          <a:prstGeom prst="rect">
            <a:avLst/>
          </a:prstGeom>
          <a:solidFill>
            <a:srgbClr val="0D1F3C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6334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🔀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65760" y="31546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Mode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084832" y="2587752"/>
            <a:ext cx="1572768" cy="1005840"/>
          </a:xfrm>
          <a:prstGeom prst="rect">
            <a:avLst/>
          </a:prstGeom>
          <a:solidFill>
            <a:srgbClr val="0D1F3C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84832" y="26334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🕐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2084832" y="31546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Sessions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803904" y="2587752"/>
            <a:ext cx="1572768" cy="1005840"/>
          </a:xfrm>
          <a:prstGeom prst="rect">
            <a:avLst/>
          </a:prstGeom>
          <a:solidFill>
            <a:srgbClr val="0D1F3C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03904" y="26334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803904" y="31546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22976" y="2587752"/>
            <a:ext cx="1572768" cy="1005840"/>
          </a:xfrm>
          <a:prstGeom prst="rect">
            <a:avLst/>
          </a:prstGeom>
          <a:solidFill>
            <a:srgbClr val="0D1F3C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22976" y="26334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522976" y="31546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Gen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242048" y="2587752"/>
            <a:ext cx="1572768" cy="1005840"/>
          </a:xfrm>
          <a:prstGeom prst="rect">
            <a:avLst/>
          </a:prstGeom>
          <a:solidFill>
            <a:srgbClr val="0D1F3C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42048" y="26334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🃏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242048" y="31546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Flashcards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758184"/>
            <a:ext cx="1572768" cy="1005840"/>
          </a:xfrm>
          <a:prstGeom prst="rect">
            <a:avLst/>
          </a:prstGeom>
          <a:solidFill>
            <a:srgbClr val="0D1F3C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803904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365760" y="432511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084832" y="3758184"/>
            <a:ext cx="1572768" cy="1005840"/>
          </a:xfrm>
          <a:prstGeom prst="rect">
            <a:avLst/>
          </a:prstGeom>
          <a:solidFill>
            <a:srgbClr val="0D1F3C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84832" y="3803904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2084832" y="432511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803904" y="3758184"/>
            <a:ext cx="1572768" cy="1005840"/>
          </a:xfrm>
          <a:prstGeom prst="rect">
            <a:avLst/>
          </a:prstGeom>
          <a:solidFill>
            <a:srgbClr val="0D1F3C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03904" y="3803904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3803904" y="432511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522976" y="3758184"/>
            <a:ext cx="1572768" cy="1005840"/>
          </a:xfrm>
          <a:prstGeom prst="rect">
            <a:avLst/>
          </a:prstGeom>
          <a:solidFill>
            <a:srgbClr val="0D1F3C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22976" y="3803904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📥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5522976" y="432511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242048" y="3758184"/>
            <a:ext cx="1572768" cy="1005840"/>
          </a:xfrm>
          <a:prstGeom prst="rect">
            <a:avLst/>
          </a:prstGeom>
          <a:solidFill>
            <a:srgbClr val="0D1F3C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42048" y="3803904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7242048" y="432511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Refs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52728"/>
            <a:ext cx="530352" cy="5303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527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4128" y="1143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24128" y="14904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or Scanned PDF via Streamlit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" y="1801368"/>
            <a:ext cx="0" cy="502920"/>
          </a:xfrm>
          <a:prstGeom prst="line">
            <a:avLst/>
          </a:prstGeom>
          <a:noFill/>
          <a:ln w="25400">
            <a:solidFill>
              <a:srgbClr val="3B82F6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65760" y="2514600"/>
            <a:ext cx="530352" cy="5303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5146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24128" y="24048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/ Extract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24128" y="275234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or Tesseract OCR for scanned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" y="3063240"/>
            <a:ext cx="0" cy="502920"/>
          </a:xfrm>
          <a:prstGeom prst="line">
            <a:avLst/>
          </a:prstGeom>
          <a:noFill/>
          <a:ln w="25400">
            <a:solidFill>
              <a:srgbClr val="8B5CF6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65760" y="3776472"/>
            <a:ext cx="530352" cy="53035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7764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24128" y="366674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24128" y="401421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splits text into 500-token chunks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1252728"/>
            <a:ext cx="530352" cy="5303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2527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58968" y="1143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58968" y="14904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MiniLM vector embeddings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47488" y="1801368"/>
            <a:ext cx="0" cy="502920"/>
          </a:xfrm>
          <a:prstGeom prst="line">
            <a:avLst/>
          </a:prstGeom>
          <a:noFill/>
          <a:ln w="25400">
            <a:solidFill>
              <a:srgbClr val="0D9488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800600" y="2514600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5146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58968" y="24048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Search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58968" y="275234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relevant chunks retrieved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47488" y="3063240"/>
            <a:ext cx="0" cy="50292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4800600" y="3776472"/>
            <a:ext cx="530352" cy="5303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7764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458968" y="366674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458968" y="401421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 generates answer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370832" y="2194560"/>
            <a:ext cx="438912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219456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73152" cy="105156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14630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0352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UI for upload and chat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77440"/>
            <a:ext cx="73152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468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PARSER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2697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+ Tesseract OCR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0352" y="3017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 + scanned PDF support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61188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611880"/>
            <a:ext cx="73152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703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0352" y="39319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0352" y="4251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LLM pipelines and RAG chains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114300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1143000"/>
            <a:ext cx="73152" cy="10515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65192" y="14630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MiniLM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65192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vector embeddings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237744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2377440"/>
            <a:ext cx="73152" cy="1051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2468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65192" y="2697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965192" y="3017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similarity search over embeddings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361188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611880"/>
            <a:ext cx="73152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65192" y="3703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65192" y="39319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(Llama 3.3 70B)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965192" y="4251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fast, intelligent answer generation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1B4F8A">
              <a:alpha val="18000"/>
            </a:srgbClr>
          </a:solidFill>
          <a:ln w="12700">
            <a:solidFill>
              <a:srgbClr val="1B4F8A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8BDF8"/>
                </a:solidFill>
              </a:rPr>
              <a:t>NEW FEATURES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EduBot Special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114800" cy="1005840"/>
          </a:xfrm>
          <a:prstGeom prst="rect">
            <a:avLst/>
          </a:prstGeom>
          <a:solidFill>
            <a:srgbClr val="0D1F3C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15087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Support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85623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scanned PDFs using Tesseract OCR — works with any PDF!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560320"/>
            <a:ext cx="4114800" cy="1005840"/>
          </a:xfrm>
          <a:prstGeom prst="rect">
            <a:avLst/>
          </a:prstGeom>
          <a:solidFill>
            <a:srgbClr val="0D1F3C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6032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371600" y="26517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 System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99923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registration and login with SHA-256 password hashing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703320"/>
            <a:ext cx="4114800" cy="1005840"/>
          </a:xfrm>
          <a:prstGeom prst="rect">
            <a:avLst/>
          </a:prstGeom>
          <a:solidFill>
            <a:srgbClr val="0D1F3C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0332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371600" y="37947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Inside Chats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414223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across all past chat sessions instantly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1417320"/>
            <a:ext cx="4114800" cy="1005840"/>
          </a:xfrm>
          <a:prstGeom prst="rect">
            <a:avLst/>
          </a:prstGeom>
          <a:solidFill>
            <a:srgbClr val="0D1F3C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41732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⭐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806440" y="15087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 Answers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806440" y="185623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important answers for quick revision later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2560320"/>
            <a:ext cx="4114800" cy="1005840"/>
          </a:xfrm>
          <a:prstGeom prst="rect">
            <a:avLst/>
          </a:prstGeom>
          <a:solidFill>
            <a:srgbClr val="0D1F3C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56032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806440" y="26517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806440" y="299923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study topics from Studying → Completed → Mastered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3703320"/>
            <a:ext cx="4114800" cy="1005840"/>
          </a:xfrm>
          <a:prstGeom prst="rect">
            <a:avLst/>
          </a:prstGeom>
          <a:solidFill>
            <a:srgbClr val="0D1F3C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70332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🕐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5806440" y="37947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Continuation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806440" y="414223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Re-upload PDF to continue any previous chat session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91440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STEP 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71600" y="1097280"/>
            <a:ext cx="320040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109728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Register/Login to EduBot with your account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359152"/>
            <a:ext cx="91440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35915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STEP 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71600" y="2359152"/>
            <a:ext cx="320040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235915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PDF — textbook, notes or scanned document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621024"/>
            <a:ext cx="91440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62102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STEP 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371600" y="3621024"/>
            <a:ext cx="320040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3040" y="362102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in natural language — get instant answers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1097280"/>
            <a:ext cx="91440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0972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STEP 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852160" y="1097280"/>
            <a:ext cx="320040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09728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Summary, Quiz or Flashcards from PDF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2359152"/>
            <a:ext cx="91440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35915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STEP 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852160" y="2359152"/>
            <a:ext cx="320040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235915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 important answers and track study progress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3621024"/>
            <a:ext cx="91440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62102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STEP 6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852160" y="3621024"/>
            <a:ext cx="320040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362102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across all past chats and download history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3258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🎙️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" y="2240280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using voice for a hands-free experience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3258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46120" y="19202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55848" y="2240280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mobile app for studying on the go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114300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13258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🌍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172200" y="19202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81928" y="2240280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Tamil, Hindi, and regional languages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01752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" y="32004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🏫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20040" y="379476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Integration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9768" y="4114800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into Moodle, Canvas, or Google Classroom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301752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46120" y="32004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☁️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246120" y="379476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55848" y="4114800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Streamlit Cloud for public access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301752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72200" y="32004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172200" y="379476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Study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81928" y="4114800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students share and query the same document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B4F8A">
              <a:alpha val="20000"/>
            </a:srgbClr>
          </a:solidFill>
          <a:ln w="12700">
            <a:solidFill>
              <a:srgbClr val="1B4F8A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38BDF8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EduBot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AI-Powered Study Platform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15+ Features including OCR, Quiz, Flashcards &amp; Progress Tracker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86207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RAG Architecture with LangChain + FAISS + Groq LLM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30098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Secure Login, Persistent Chat Sessions &amp; Bookmarks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73989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Works with Normal &amp; Scanned PDFs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🎓  EduBot — Questions Welcome!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2560320"/>
            <a:ext cx="4114800" cy="4114800"/>
          </a:xfrm>
          <a:prstGeom prst="ellipse">
            <a:avLst/>
          </a:prstGeom>
          <a:solidFill>
            <a:srgbClr val="1B4F8A">
              <a:alpha val="20000"/>
            </a:srgbClr>
          </a:solidFill>
          <a:ln w="12700">
            <a:solidFill>
              <a:srgbClr val="1B4F8A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0" y="502920"/>
            <a:ext cx="1463040" cy="146304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69080" y="731520"/>
            <a:ext cx="1005840" cy="1005840"/>
          </a:xfrm>
          <a:prstGeom prst="ellipse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50292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🎓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74320" y="1874520"/>
            <a:ext cx="8595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10" name="Shape 8"/>
          <p:cNvSpPr/>
          <p:nvPr/>
        </p:nvSpPr>
        <p:spPr>
          <a:xfrm>
            <a:off x="2926080" y="3127248"/>
            <a:ext cx="32918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324612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time and attention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200400" y="3822192"/>
            <a:ext cx="274320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382219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EduBot — AI Study Platform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440740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Welcome!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4873752"/>
            <a:ext cx="45720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4873752"/>
            <a:ext cx="4572000" cy="2743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Features  •  RAG Architecture  •  LangChain + FAISS  •  Groq LLM  •  OCR Support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EduBot - AI Study Platform</dc:title>
  <dc:subject>PptxGenJS Presentation</dc:subject>
  <dc:creator>PptxGenJS</dc:creator>
  <cp:lastModifiedBy>PptxGenJS</cp:lastModifiedBy>
  <cp:revision>1</cp:revision>
  <dcterms:created xsi:type="dcterms:W3CDTF">2026-04-02T05:28:26Z</dcterms:created>
  <dcterms:modified xsi:type="dcterms:W3CDTF">2026-04-02T05:28:26Z</dcterms:modified>
</cp:coreProperties>
</file>